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image" Target="../media/image22.jpeg"/><Relationship Id="rId7" Type="http://schemas.openxmlformats.org/officeDocument/2006/relationships/image" Target="../media/image21.jpeg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4.jpeg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jpeg"/><Relationship Id="rId8" Type="http://schemas.openxmlformats.org/officeDocument/2006/relationships/image" Target="../media/image33.jpeg"/><Relationship Id="rId7" Type="http://schemas.openxmlformats.org/officeDocument/2006/relationships/image" Target="../media/image32.jpeg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8.jpeg"/><Relationship Id="rId12" Type="http://schemas.openxmlformats.org/officeDocument/2006/relationships/image" Target="../media/image37.jpeg"/><Relationship Id="rId11" Type="http://schemas.openxmlformats.org/officeDocument/2006/relationships/image" Target="../media/image36.jpeg"/><Relationship Id="rId10" Type="http://schemas.openxmlformats.org/officeDocument/2006/relationships/image" Target="../media/image35.jpeg"/><Relationship Id="rId1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jpeg"/><Relationship Id="rId8" Type="http://schemas.openxmlformats.org/officeDocument/2006/relationships/image" Target="../media/image46.jpeg"/><Relationship Id="rId7" Type="http://schemas.openxmlformats.org/officeDocument/2006/relationships/image" Target="../media/image45.jpeg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8.jpeg"/><Relationship Id="rId1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hite/Downloads/MED Project/MED_Intro_Slides/assets_crop/s_square_2000x1125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417320"/>
            <a:ext cx="8229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200" kern="0" spc="2400" dirty="0">
                <a:solidFill>
                  <a:srgbClr val="F5F0E6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薬</a:t>
            </a:r>
            <a:r>
              <a:rPr lang="en-US" altLang="zh-CN" sz="9200" kern="0" spc="2400" dirty="0">
                <a:solidFill>
                  <a:srgbClr val="F5F0E6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altLang="zh-CN" sz="9200" kern="0" spc="2400" dirty="0">
              <a:solidFill>
                <a:srgbClr val="F5F0E6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32918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DED6C7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1942 年，伪满洲国，通兰县城。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3785616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DED6C7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一个药房伙计靠送药换粮、换煤、换人情，活过二十九天。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5779008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948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美术资产与设计推导　·　36 张素材　·　2026.10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总规格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51560"/>
            <a:ext cx="960120" cy="274320"/>
          </a:xfrm>
          <a:prstGeom prst="rect">
            <a:avLst/>
          </a:prstGeom>
          <a:solidFill>
            <a:srgbClr val="E9E2D4"/>
          </a:solidFill>
          <a:ln w="6350">
            <a:solidFill>
              <a:srgbClr val="B9AE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0515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全篇只有一句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676656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zh-CN" altLang="en-US" sz="3800" kern="0" spc="3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死亡是日常</a:t>
            </a:r>
            <a:r>
              <a:rPr lang="en-US" sz="3800" kern="0" spc="3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。</a:t>
            </a:r>
            <a:endParaRPr lang="zh-CN" altLang="en-US" sz="3800" dirty="0"/>
          </a:p>
          <a:p>
            <a:pPr marL="0" indent="0">
              <a:lnSpc>
                <a:spcPct val="134000"/>
              </a:lnSpc>
              <a:buNone/>
            </a:pPr>
            <a:r>
              <a:rPr lang="zh-CN" altLang="en-US" sz="3800" kern="0" spc="3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  <a:sym typeface="+mn-ea"/>
              </a:rPr>
              <a:t>寒冷、饥饿、意外。</a:t>
            </a:r>
            <a:endParaRPr lang="zh-CN" alt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612648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123817"/>
            <a:ext cx="6126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本项目是类《极乐迪斯科》的视觉</a:t>
            </a: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AVG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。</a:t>
            </a:r>
            <a:endParaRPr lang="zh-CN" altLang="en-US" sz="1050" dirty="0">
              <a:solidFill>
                <a:srgbClr val="6B6255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1942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年</a:t>
            </a: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月</a:t>
            </a: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30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日，一个县城药店的小伙计被卷进一场风波。</a:t>
            </a:r>
            <a:endParaRPr lang="zh-CN" altLang="en-US" sz="1050" dirty="0">
              <a:solidFill>
                <a:srgbClr val="6B6255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接下来，他需要送药、换粮、换燃料、斟酌人情、权衡道理，活到</a:t>
            </a: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1942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年</a:t>
            </a: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月</a:t>
            </a:r>
            <a:r>
              <a:rPr lang="en-US" altLang="zh-CN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28</a:t>
            </a: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日。</a:t>
            </a:r>
            <a:endParaRPr lang="zh-CN" altLang="en-US" sz="1050" dirty="0">
              <a:solidFill>
                <a:srgbClr val="6B6255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78040" y="1051560"/>
            <a:ext cx="3840480" cy="5074920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0" descr="C:/Users/white/Downloads/MED Project/MED_Intro_Slides/assets_crop/c_chengjinglin_630x833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051560"/>
            <a:ext cx="3840480" cy="5074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 · 1942 通兰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视觉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木刻版画不是风格，是这套写法的句法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472586" cy="230428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c_malaoer_570x378_contai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3472586" cy="2304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023360"/>
            <a:ext cx="3472586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kern="0" spc="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米色描边：人从背景里被抠出来，像贴在纸上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59554" y="1627632"/>
            <a:ext cx="3472586" cy="230428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0" name="Image 1" descr="C:/Users/white/Downloads/MED Project/MED_Intro_Slides/assets_crop/s_pharmacy_570x378_cont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627632"/>
            <a:ext cx="3472586" cy="230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9554" y="4023360"/>
            <a:ext cx="3472586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kern="0" spc="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纸纹与颗粒：所有东西都被时间磨过一遍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8152181" y="1627632"/>
            <a:ext cx="3472586" cy="2304288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3" name="Image 2" descr="C:/Users/white/Downloads/MED Project/MED_Intro_Slides/assets_crop/u_dialog_check_570x378_cont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181" y="1627632"/>
            <a:ext cx="3472586" cy="23042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2181" y="4023360"/>
            <a:ext cx="3472586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kern="0" spc="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两色：靛蓝的冷，赭红的血与锈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66928" y="4617720"/>
            <a:ext cx="11057839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它让日常看起来像一份旧档案，不像一场戏。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27448" y="46177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——作者一个字没说。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视觉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约束一 · 日常必须先有形状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一天6</a:t>
            </a:r>
            <a:r>
              <a:rPr lang="zh-CN" alt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个时段</a:t>
            </a:r>
            <a:endParaRPr lang="zh-CN" altLang="en-US" sz="2400" kern="0" spc="200" dirty="0">
              <a:solidFill>
                <a:srgbClr val="14110D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00" cy="3602736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main_1050x591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40080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1645920"/>
            <a:ext cx="43434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2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所以　清晨结算、上午出门、下午回程、</a:t>
            </a:r>
            <a:endParaRPr lang="en-US" sz="1150" dirty="0"/>
          </a:p>
          <a:p>
            <a:pPr marL="0" indent="0">
              <a:lnSpc>
                <a:spcPct val="172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　　　黄昏街面、夜晚主戏、午夜写死。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69480" y="2852928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2980944"/>
            <a:ext cx="43434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否则　每天花样不同，玩家读成关卡，</a:t>
            </a:r>
            <a:endParaRPr lang="en-US" sz="1100" dirty="0"/>
          </a:p>
          <a:p>
            <a:pPr marL="0" indent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　　　死就变成惩罚，不再是生活。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4169664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429768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目前计划</a:t>
            </a: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　29 天 × 6 段 = 174 格。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约束一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约束一 · 落地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制度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00" cy="3602736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hud_1050x591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400800" cy="36027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69480" y="1664208"/>
            <a:ext cx="512064" cy="329184"/>
          </a:xfrm>
          <a:prstGeom prst="rect">
            <a:avLst/>
          </a:prstGeom>
          <a:solidFill>
            <a:srgbClr val="E9E2D4"/>
          </a:solidFill>
          <a:ln w="9525">
            <a:solidFill>
              <a:srgbClr val="8C3B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645920"/>
            <a:ext cx="5120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火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46136" y="1627632"/>
            <a:ext cx="3703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炉子不能灭。灭了会熏死。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2624328"/>
            <a:ext cx="512064" cy="329184"/>
          </a:xfrm>
          <a:prstGeom prst="rect">
            <a:avLst/>
          </a:prstGeom>
          <a:solidFill>
            <a:srgbClr val="E9E2D4"/>
          </a:solidFill>
          <a:ln w="9525">
            <a:solidFill>
              <a:srgbClr val="8C3B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2606040"/>
            <a:ext cx="5120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饭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46136" y="2587752"/>
            <a:ext cx="3703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一天吃掉多少，第二天就得补。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69480" y="3584448"/>
            <a:ext cx="512064" cy="329184"/>
          </a:xfrm>
          <a:prstGeom prst="rect">
            <a:avLst/>
          </a:prstGeom>
          <a:solidFill>
            <a:srgbClr val="E9E2D4"/>
          </a:solidFill>
          <a:ln w="9525">
            <a:solidFill>
              <a:srgbClr val="8C3B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3566160"/>
            <a:ext cx="5120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46136" y="3547872"/>
            <a:ext cx="3703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配给、物价、赊账，全落在手里。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69480" y="4572000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37730" y="4720463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伪满治下的生活是一个所有人都未曾认识过的世界。</a:t>
            </a:r>
            <a:endParaRPr lang="zh-CN" altLang="en-US" sz="1250" dirty="0">
              <a:solidFill>
                <a:srgbClr val="14110D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约束一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 · 危险必须先从物件上露头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24128"/>
            <a:ext cx="11057839" cy="397764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6" name="Image 0" descr="C:/Users/white/Downloads/MED Project/MED_Intro_Slides/assets_crop/s_square_1814x653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11057839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38928"/>
            <a:ext cx="6766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木架先在场，铁链先垂着，人后说话。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5559552"/>
            <a:ext cx="6583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中央广场不解释这里发生过什么，</a:t>
            </a:r>
            <a:endParaRPr lang="en-US" sz="105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它只是把木头立在那儿。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35240" y="5138928"/>
            <a:ext cx="3977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否则：死成了作者动手。</a:t>
            </a:r>
            <a:endParaRPr lang="en-US" sz="1050" dirty="0"/>
          </a:p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玩家读成「我选错了」，</a:t>
            </a:r>
            <a:endParaRPr lang="en-US" sz="1050" dirty="0"/>
          </a:p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不是「这地方本来就这样」。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 · 落地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每一</a:t>
            </a: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种死法，都不需要凶手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472586" cy="195333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s_pharmacy_570x320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3472586" cy="1953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63582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熏死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53312" y="3635826"/>
            <a:ext cx="268620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铁皮炉子、坐上去的水壶、糊死的窗缝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59554" y="1600200"/>
            <a:ext cx="3472586" cy="195333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1" descr="C:/Users/white/Downloads/MED Project/MED_Intro_Slides/assets_crop/s_jiaohang_570x320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600200"/>
            <a:ext cx="3472586" cy="19533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59554" y="363582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摔死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45938" y="3635826"/>
            <a:ext cx="268620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冰面发青、脚印走到一半没了、夜里没有灯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152181" y="1600200"/>
            <a:ext cx="3472586" cy="195333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2" descr="C:/Users/white/Downloads/MED Project/MED_Intro_Slides/assets_crop/s_square_570x320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181" y="1600200"/>
            <a:ext cx="3472586" cy="19533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2181" y="363582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打死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938565" y="3635826"/>
            <a:ext cx="268620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木架、铁链、街面、围过来的人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30098" y="4285615"/>
            <a:ext cx="11057839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是常识，但对于玩家来说可能不是常识。</a:t>
            </a:r>
            <a:endParaRPr lang="zh-CN" altLang="en-US" sz="1250" kern="0" spc="200" dirty="0">
              <a:solidFill>
                <a:srgbClr val="14110D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约束三 · 代价发生在知道之前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先给前因，再给揭示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00" cy="3602736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dialog_check_1050x591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40080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1627632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眼力 3　身法 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269480" y="1975104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鉴定失败也有文本。失败推进，不阻断。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2395728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2505456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一个无心的问题</a:t>
            </a:r>
            <a:endParaRPr lang="zh-CN" altLang="en-US" sz="1250" kern="0" spc="200" dirty="0">
              <a:solidFill>
                <a:srgbClr val="14110D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60920" y="2852928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A 答应</a:t>
            </a:r>
            <a:endParaRPr lang="en-US" sz="1050" dirty="0"/>
          </a:p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B </a:t>
            </a:r>
            <a:r>
              <a:rPr lang="zh-CN" alt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沉默</a:t>
            </a:r>
            <a:endParaRPr lang="en-US" sz="1050" dirty="0"/>
          </a:p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C </a:t>
            </a:r>
            <a:r>
              <a:rPr lang="zh-CN" altLang="en-US" sz="10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拒绝</a:t>
            </a:r>
            <a:endParaRPr lang="zh-CN" altLang="en-US" sz="1050" dirty="0">
              <a:solidFill>
                <a:srgbClr val="3A342B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269480" y="3931920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4059936"/>
            <a:ext cx="4297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任何选择均有代价。</a:t>
            </a:r>
            <a:endParaRPr lang="zh-CN" altLang="en-US" sz="1050" dirty="0">
              <a:solidFill>
                <a:srgbClr val="6B6255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约束三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约束三 · 落地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人分三六九等。</a:t>
            </a:r>
            <a:endParaRPr lang="zh-CN" altLang="en-US" sz="2400" kern="0" spc="200" dirty="0">
              <a:solidFill>
                <a:srgbClr val="14110D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A334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靛蓝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35608" y="16459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程靖霖</a:t>
            </a:r>
            <a:r>
              <a:rPr lang="zh-CN" alt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（主角）</a:t>
            </a: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。借东西的那一侧。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57984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赭红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35608" y="2157984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马老二。有东西的那一侧。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688336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两色之外不出第三种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035808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玩家第一眼就知道谁欠谁。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411480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03904"/>
            <a:ext cx="4206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颜色不是装饰。</a:t>
            </a:r>
            <a:endParaRPr lang="en-US" sz="1050" dirty="0"/>
          </a:p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它是玩家在读完一句话之前，</a:t>
            </a:r>
            <a:endParaRPr lang="en-US" sz="1050" dirty="0"/>
          </a:p>
          <a:p>
            <a:pPr marL="0" indent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就已经得到的判断。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56048" y="1600200"/>
            <a:ext cx="6583680" cy="37033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0" descr="C:/Users/white/Downloads/MED Project/MED_Intro_Slides/assets_crop/u_dialog_choice_1080x608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600200"/>
            <a:ext cx="6583680" cy="3703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约束三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约束四 · 体量按天算，不按章算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没有一处叫「第几章」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200+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66928" y="2505456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立绘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79776" y="1627632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60+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2779776" y="2505456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场景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92624" y="1627632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20+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992624" y="2505456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类界面 / 19 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05472" y="1627632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3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7205472" y="2505456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格资源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18320" y="1627632"/>
            <a:ext cx="201168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418320" y="2505456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块日期牌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6400800" cy="333756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7" name="Image 0" descr="C:/Users/white/Downloads/MED Project/MED_Intro_Slides/assets_crop/u_daily_1050x548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99232"/>
            <a:ext cx="64008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269480" y="3017520"/>
            <a:ext cx="4297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界面里只有日期。</a:t>
            </a:r>
            <a:endParaRPr lang="en-US" sz="1100" dirty="0"/>
          </a:p>
          <a:p>
            <a:pPr marL="0" indent="0">
              <a:lnSpc>
                <a:spcPct val="17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没有进度条，没有章节名，没有「第几幕」。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69480" y="384048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玩家唯一能数的是过了几天。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69480" y="4370832"/>
            <a:ext cx="42062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69480" y="4517136"/>
            <a:ext cx="4297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2000"/>
              </a:lnSpc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否则：一旦按章写，日常变成幕，</a:t>
            </a:r>
            <a:endParaRPr lang="en-US" sz="1000" dirty="0"/>
          </a:p>
          <a:p>
            <a:pPr marL="0" indent="0">
              <a:lnSpc>
                <a:spcPct val="172000"/>
              </a:lnSpc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玩家开始等高潮，等不到就骂。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约束四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约束四 · 落地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没有战斗。</a:t>
            </a:r>
            <a:endParaRPr lang="zh-CN" altLang="en-US" sz="2400" kern="0" spc="200" dirty="0">
              <a:solidFill>
                <a:srgbClr val="14110D"/>
              </a:solidFill>
              <a:latin typeface="京華老宋體" pitchFamily="34" charset="0"/>
              <a:ea typeface="京華老宋體" pitchFamily="34" charset="-122"/>
              <a:cs typeface="京華老宋體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u_main_334x188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2036003" cy="11452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" y="2471132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主界面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822387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1" descr="C:/Users/white/Downloads/MED Project/MED_Intro_Slides/assets_crop/u_hud_334x188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387" y="1572768"/>
            <a:ext cx="2036003" cy="11452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22387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86395" y="2471132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HUD · 火 饭 钱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077846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2" descr="C:/Users/white/Downloads/MED Project/MED_Intro_Slides/assets_crop/u_action_334x188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846" y="1572768"/>
            <a:ext cx="2036003" cy="114525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77846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141854" y="2471132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行动 · 常规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7333305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9" name="Image 3" descr="C:/Users/white/Downloads/MED Project/MED_Intro_Slides/assets_crop/u_action_board_334x188_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305" y="1572768"/>
            <a:ext cx="2036003" cy="114525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33305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97313" y="2471132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行动 · 药铺看板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9588764" y="1572768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3" name="Image 4" descr="C:/Users/white/Downloads/MED Project/MED_Intro_Slides/assets_crop/u_dialog_choice_334x188_cov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764" y="1572768"/>
            <a:ext cx="2036003" cy="114525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588764" y="2480276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652772" y="2471132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对话 · 选项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566928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7" name="Image 5" descr="C:/Users/white/Downloads/MED Project/MED_Intro_Slides/assets_crop/u_dialog_check_334x188_cov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28916"/>
            <a:ext cx="2036003" cy="114525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66928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30936" y="3927279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对话 · 鉴定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822387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1" name="Image 6" descr="C:/Users/white/Downloads/MED Project/MED_Intro_Slides/assets_crop/u_daily_334x188_cov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2387" y="3028916"/>
            <a:ext cx="2036003" cy="114525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822387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886395" y="3927279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每日结算</a:t>
            </a:r>
            <a:endParaRPr lang="en-US" sz="750" dirty="0"/>
          </a:p>
        </p:txBody>
      </p:sp>
      <p:sp>
        <p:nvSpPr>
          <p:cNvPr id="34" name="Shape 25"/>
          <p:cNvSpPr/>
          <p:nvPr/>
        </p:nvSpPr>
        <p:spPr>
          <a:xfrm>
            <a:off x="5077846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5" name="Image 7" descr="C:/Users/white/Downloads/MED Project/MED_Intro_Slides/assets_crop/u_relation_334x188_cov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7846" y="3028916"/>
            <a:ext cx="2036003" cy="114525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77846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141854" y="3927279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关系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7333305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9" name="Image 8" descr="C:/Users/white/Downloads/MED Project/MED_Intro_Slides/assets_crop/u_shop_334x188_cov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3305" y="3028916"/>
            <a:ext cx="2036003" cy="114525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333305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397313" y="3927279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商店</a:t>
            </a:r>
            <a:endParaRPr lang="en-US" sz="750" dirty="0"/>
          </a:p>
        </p:txBody>
      </p:sp>
      <p:sp>
        <p:nvSpPr>
          <p:cNvPr id="42" name="Shape 31"/>
          <p:cNvSpPr/>
          <p:nvPr/>
        </p:nvSpPr>
        <p:spPr>
          <a:xfrm>
            <a:off x="9588764" y="3028916"/>
            <a:ext cx="2036003" cy="1145252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43" name="Image 9" descr="C:/Users/white/Downloads/MED Project/MED_Intro_Slides/assets_crop/u_notes_334x188_cover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8764" y="3028916"/>
            <a:ext cx="2036003" cy="114525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9588764" y="3936423"/>
            <a:ext cx="2036003" cy="237744"/>
          </a:xfrm>
          <a:prstGeom prst="rect">
            <a:avLst/>
          </a:prstGeom>
          <a:solidFill>
            <a:srgbClr val="0C0A08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9652772" y="3927279"/>
            <a:ext cx="1907987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任务笔记</a:t>
            </a:r>
            <a:endParaRPr lang="en-US" sz="750" dirty="0"/>
          </a:p>
        </p:txBody>
      </p:sp>
      <p:sp>
        <p:nvSpPr>
          <p:cNvPr id="46" name="Text 34"/>
          <p:cNvSpPr/>
          <p:nvPr/>
        </p:nvSpPr>
        <p:spPr>
          <a:xfrm>
            <a:off x="566928" y="523036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没有战斗界面，没有血条，没有装备栏。</a:t>
            </a:r>
            <a:endParaRPr lang="en-US" sz="1250" dirty="0"/>
          </a:p>
        </p:txBody>
      </p:sp>
      <p:sp>
        <p:nvSpPr>
          <p:cNvPr id="47" name="Text 35"/>
          <p:cNvSpPr/>
          <p:nvPr/>
        </p:nvSpPr>
        <p:spPr>
          <a:xfrm>
            <a:off x="566928" y="55778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缺的那几个格子，正是这个游戏说不出口的部分。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约束四</a:t>
            </a:r>
            <a:endParaRPr lang="en-US" sz="800" dirty="0"/>
          </a:p>
        </p:txBody>
      </p:sp>
      <p:sp>
        <p:nvSpPr>
          <p:cNvPr id="49" name="Text 37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约束五 · 收束落在没做完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24128"/>
            <a:ext cx="5669280" cy="50749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6" name="Image 0" descr="C:/Users/white/Downloads/MED Project/MED_Intro_Slides/assets_crop/s_residence_930x833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566928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078992"/>
            <a:ext cx="4983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8000"/>
              </a:lnSpc>
              <a:buNone/>
            </a:pPr>
            <a:r>
              <a:rPr lang="en-US" sz="1600" kern="0" spc="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问「你怎么没能过完这个冬天」，</a:t>
            </a:r>
            <a:endParaRPr lang="en-US" sz="1600" dirty="0"/>
          </a:p>
          <a:p>
            <a:pPr marL="0" indent="0">
              <a:lnSpc>
                <a:spcPct val="158000"/>
              </a:lnSpc>
              <a:buNone/>
            </a:pPr>
            <a:r>
              <a:rPr lang="en-US" sz="1600" kern="0" spc="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不问「你成了谁」。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0" y="2231136"/>
            <a:ext cx="489204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35915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所以　结局是中断点，不是判词。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2962656"/>
            <a:ext cx="4983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现在　五个中断点：106 三处、</a:t>
            </a:r>
            <a:endParaRPr lang="en-US" sz="1100" dirty="0"/>
          </a:p>
          <a:p>
            <a:pPr marL="0" indent="0">
              <a:lnSpc>
                <a:spcPct val="162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　　　204 一处、306 一处。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3968496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不给结论　县域、人物、因果三层留空。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4526280"/>
            <a:ext cx="48920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4663440"/>
            <a:ext cx="4983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2000"/>
              </a:lnSpc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否则：一给结论，日常就变成寓言。</a:t>
            </a:r>
            <a:endParaRPr lang="en-US" sz="1000" dirty="0"/>
          </a:p>
          <a:p>
            <a:pPr marL="0" indent="0">
              <a:lnSpc>
                <a:spcPct val="172000"/>
              </a:lnSpc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寓言是要教人的，这个游戏不教人。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约束五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十三张立绘，一张一个人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c_chengjinglin_242x323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477801" cy="19704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3601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9" name="Image 1" descr="C:/Users/white/Downloads/MED Project/MED_Intro_Slides/assets_crop/c_malaoer_242x323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601" y="1554480"/>
            <a:ext cx="1477801" cy="197040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60274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2" descr="C:/Users/white/Downloads/MED Project/MED_Intro_Slides/assets_crop/c_chengshiyi_242x323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274" y="1554480"/>
            <a:ext cx="1477801" cy="197040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56947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3" name="Image 3" descr="C:/Users/white/Downloads/MED Project/MED_Intro_Slides/assets_crop/c_chengxiaomei_242x323_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947" y="1554480"/>
            <a:ext cx="1477801" cy="197040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953620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4" descr="C:/Users/white/Downloads/MED Project/MED_Intro_Slides/assets_crop/c_zhanglaoda_242x323_cov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620" y="1554480"/>
            <a:ext cx="1477801" cy="197040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550293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7" name="Image 5" descr="C:/Users/white/Downloads/MED Project/MED_Intro_Slides/assets_crop/c_zhangdage_242x323_cov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93" y="1554480"/>
            <a:ext cx="1477801" cy="197040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0146966" y="1554480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9" name="Image 6" descr="C:/Users/white/Downloads/MED Project/MED_Intro_Slides/assets_crop/c_lijiafu_242x323_cov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6966" y="1554480"/>
            <a:ext cx="1477801" cy="1970401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66928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1" name="Image 7" descr="C:/Users/white/Downloads/MED Project/MED_Intro_Slides/assets_crop/c_wangxiao_242x323_cov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652897"/>
            <a:ext cx="1477801" cy="1970401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2163601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3" name="Image 8" descr="C:/Users/white/Downloads/MED Project/MED_Intro_Slides/assets_crop/c_tonglichun_242x323_cov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3601" y="3652897"/>
            <a:ext cx="1477801" cy="1970401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760274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5" name="Image 9" descr="C:/Users/white/Downloads/MED Project/MED_Intro_Slides/assets_crop/c_maguafu_242x323_cover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0274" y="3652897"/>
            <a:ext cx="1477801" cy="1970401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5356947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7" name="Image 10" descr="C:/Users/white/Downloads/MED Project/MED_Intro_Slides/assets_crop/c_nakano_242x323_cover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6947" y="3652897"/>
            <a:ext cx="1477801" cy="1970401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6953620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9" name="Image 11" descr="C:/Users/white/Downloads/MED Project/MED_Intro_Slides/assets_crop/c_fanren_242x323_cov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620" y="3652897"/>
            <a:ext cx="1477801" cy="1970401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8550293" y="3652897"/>
            <a:ext cx="1477801" cy="1970401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1" name="Image 12" descr="C:/Users/white/Downloads/MED Project/MED_Intro_Slides/assets_crop/c_chefu_242x323_cover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0293" y="3652897"/>
            <a:ext cx="1477801" cy="1970401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66928" y="5787891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全身站姿，不是头像。</a:t>
            </a:r>
            <a:endParaRPr lang="en-US" sz="1100" dirty="0"/>
          </a:p>
        </p:txBody>
      </p:sp>
      <p:sp>
        <p:nvSpPr>
          <p:cNvPr id="33" name="Text 18"/>
          <p:cNvSpPr/>
          <p:nvPr/>
        </p:nvSpPr>
        <p:spPr>
          <a:xfrm>
            <a:off x="3172968" y="5787891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最后两张的名字是病，不是人——</a:t>
            </a:r>
            <a:endParaRPr lang="en-US" sz="1000" dirty="0"/>
          </a:p>
        </p:txBody>
      </p:sp>
      <p:sp>
        <p:nvSpPr>
          <p:cNvPr id="34" name="Text 19"/>
          <p:cNvSpPr/>
          <p:nvPr/>
        </p:nvSpPr>
        <p:spPr>
          <a:xfrm>
            <a:off x="6190488" y="5787891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风寒犯人、风寒车夫</a:t>
            </a:r>
            <a:endParaRPr lang="en-US" sz="1050" dirty="0"/>
          </a:p>
        </p:txBody>
      </p:sp>
      <p:sp>
        <p:nvSpPr>
          <p:cNvPr id="35" name="Text 20"/>
          <p:cNvSpPr/>
          <p:nvPr/>
        </p:nvSpPr>
        <p:spPr>
          <a:xfrm>
            <a:off x="7836408" y="5787891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。他们连名字都没有，只有症状。</a:t>
            </a:r>
            <a:endParaRPr lang="en-US" sz="1000" dirty="0"/>
          </a:p>
        </p:txBody>
      </p:sp>
      <p:sp>
        <p:nvSpPr>
          <p:cNvPr id="36" name="Text 21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人</a:t>
            </a:r>
            <a:endParaRPr lang="en-US" sz="800" dirty="0"/>
          </a:p>
        </p:txBody>
      </p:sp>
      <p:sp>
        <p:nvSpPr>
          <p:cNvPr id="37" name="Text 22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同一个县城，十个门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s_pharmacy_336x189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2050633" cy="11534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61073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时一堂药房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818729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1" name="Image 1" descr="C:/Users/white/Downloads/MED Project/MED_Intro_Slides/assets_crop/s_grain_336x189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729" y="1554480"/>
            <a:ext cx="2050633" cy="115348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18729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91881" y="2461073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马家粮店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070531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5" name="Image 2" descr="C:/Users/white/Downloads/MED Project/MED_Intro_Slides/assets_crop/s_juchunguan_336x189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531" y="1554480"/>
            <a:ext cx="2050633" cy="115348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70531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143683" y="2461073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聚春馆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7322332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9" name="Image 3" descr="C:/Users/white/Downloads/MED Project/MED_Intro_Slides/assets_crop/s_jiaohang_336x189_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332" y="1554480"/>
            <a:ext cx="2050633" cy="115348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22332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95484" y="2461073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脚行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9574134" y="1554480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3" name="Image 4" descr="C:/Users/white/Downloads/MED Project/MED_Intro_Slides/assets_crop/s_police_336x189_cov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4134" y="1554480"/>
            <a:ext cx="2050633" cy="115348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574134" y="2470217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647286" y="2461073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通兰警察署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566928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27" name="Image 5" descr="C:/Users/white/Downloads/MED Project/MED_Intro_Slides/assets_crop/s_pawnshop_336x189_cov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945705"/>
            <a:ext cx="2050633" cy="115348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66928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40080" y="3852299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裕昌当铺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818729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1" name="Image 6" descr="C:/Users/white/Downloads/MED Project/MED_Intro_Slides/assets_crop/s_residence_336x189_cov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8729" y="2945705"/>
            <a:ext cx="2050633" cy="115348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818729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891881" y="3852299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居民区</a:t>
            </a:r>
            <a:endParaRPr lang="en-US" sz="750" dirty="0"/>
          </a:p>
        </p:txBody>
      </p:sp>
      <p:sp>
        <p:nvSpPr>
          <p:cNvPr id="34" name="Shape 25"/>
          <p:cNvSpPr/>
          <p:nvPr/>
        </p:nvSpPr>
        <p:spPr>
          <a:xfrm>
            <a:off x="5070531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5" name="Image 7" descr="C:/Users/white/Downloads/MED Project/MED_Intro_Slides/assets_crop/s_square_336x189_cov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531" y="2945705"/>
            <a:ext cx="2050633" cy="115348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70531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143683" y="3852299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中央广场</a:t>
            </a:r>
            <a:endParaRPr lang="en-US" sz="750" dirty="0"/>
          </a:p>
        </p:txBody>
      </p:sp>
      <p:sp>
        <p:nvSpPr>
          <p:cNvPr id="38" name="Shape 28"/>
          <p:cNvSpPr/>
          <p:nvPr/>
        </p:nvSpPr>
        <p:spPr>
          <a:xfrm>
            <a:off x="7322332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39" name="Image 8" descr="C:/Users/white/Downloads/MED Project/MED_Intro_Slides/assets_crop/s_tongheju_v1_336x189_cov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332" y="2945705"/>
            <a:ext cx="2050633" cy="115348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322332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395484" y="3852299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同和居 · v1</a:t>
            </a:r>
            <a:endParaRPr lang="en-US" sz="750" dirty="0"/>
          </a:p>
        </p:txBody>
      </p:sp>
      <p:sp>
        <p:nvSpPr>
          <p:cNvPr id="42" name="Shape 31"/>
          <p:cNvSpPr/>
          <p:nvPr/>
        </p:nvSpPr>
        <p:spPr>
          <a:xfrm>
            <a:off x="9574134" y="2945705"/>
            <a:ext cx="2050633" cy="1153481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43" name="Image 9" descr="C:/Users/white/Downloads/MED Project/MED_Intro_Slides/assets_crop/s_tongheju_v2_336x189_cover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4134" y="2945705"/>
            <a:ext cx="2050633" cy="1153481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9574134" y="3861443"/>
            <a:ext cx="2050633" cy="237744"/>
          </a:xfrm>
          <a:prstGeom prst="rect">
            <a:avLst/>
          </a:prstGeom>
          <a:solidFill>
            <a:srgbClr val="0C0A08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9647286" y="3852299"/>
            <a:ext cx="1904329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EDE1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同和居 · v2</a:t>
            </a:r>
            <a:endParaRPr lang="en-US" sz="750" dirty="0"/>
          </a:p>
        </p:txBody>
      </p:sp>
      <p:sp>
        <p:nvSpPr>
          <p:cNvPr id="46" name="Text 34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一套 1920×1080 底图，@2x 交付。同和居给了两版——同一个屋子在两个时刻的样子。</a:t>
            </a:r>
            <a:endParaRPr lang="en-US" sz="1150" dirty="0"/>
          </a:p>
        </p:txBody>
      </p:sp>
      <p:sp>
        <p:nvSpPr>
          <p:cNvPr id="47" name="Text 35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地</a:t>
            </a:r>
            <a:endParaRPr lang="en-US" sz="800" dirty="0"/>
          </a:p>
        </p:txBody>
      </p:sp>
      <p:sp>
        <p:nvSpPr>
          <p:cNvPr id="48" name="Text 36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缺口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道具图，零张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66928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47088"/>
            <a:ext cx="5669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药包、米袋、蟋蟀盆、炉子、冰面。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82000"/>
              </a:lnSpc>
              <a:buNone/>
            </a:pPr>
            <a:r>
              <a:rPr lang="en-US" sz="12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这五样能盖住两个必死门的全部征兆。</a:t>
            </a:r>
            <a:endParaRPr lang="en-US" sz="1200" dirty="0"/>
          </a:p>
          <a:p>
            <a:pPr marL="0" indent="0">
              <a:lnSpc>
                <a:spcPct val="182000"/>
              </a:lnSpc>
              <a:buNone/>
            </a:pPr>
            <a:r>
              <a:rPr lang="en-US" sz="120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现在一样都没有。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566928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730752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82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这一套美术已经能让人站在那儿说话，</a:t>
            </a:r>
            <a:endParaRPr lang="en-US" sz="1050" dirty="0"/>
          </a:p>
          <a:p>
            <a:pPr marL="0" indent="0">
              <a:lnSpc>
                <a:spcPct val="182000"/>
              </a:lnSpc>
              <a:buNone/>
            </a:pPr>
            <a:r>
              <a:rPr lang="en-US" sz="105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还不能让人看见他手里拿着什么。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4773168"/>
            <a:ext cx="5669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8C3B24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约束二现在只落了一半。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1051560"/>
            <a:ext cx="5001768" cy="420624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3" name="Image 0" descr="C:/Users/white/Downloads/MED Project/MED_Intro_Slides/assets_crop/s_grain_821x690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51560"/>
            <a:ext cx="5001768" cy="4206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缺口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对外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32688"/>
            <a:ext cx="1105783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名片与易拉宝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4023360" cy="2515487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7" name="Image 0" descr="C:/Users/white/Downloads/MED Project/MED_Intro_Slides/assets_crop/b_card_front_dark_660x413_contai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4023360" cy="25154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261991"/>
            <a:ext cx="4023360" cy="2515487"/>
          </a:xfrm>
          <a:prstGeom prst="rect">
            <a:avLst/>
          </a:prstGeom>
          <a:solidFill>
            <a:srgbClr val="EFE9DC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9" name="Image 1" descr="C:/Users/white/Downloads/MED Project/MED_Intro_Slides/assets_crop/b_card_back_light_660x413_cont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61991"/>
            <a:ext cx="4023360" cy="2515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6868918"/>
            <a:ext cx="402336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kern="0" spc="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名片正 / 背　96×60mm（含 3mm 出血）· 300dpi · sRGB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kern="0" spc="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深色版建议加哑膜，避指纹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074920" y="1600200"/>
            <a:ext cx="6537960" cy="41605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2" name="Image 2" descr="C:/Users/white/Downloads/MED Project/MED_Intro_Slides/assets_crop/x_banner_v2_1073x683_cont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00200"/>
            <a:ext cx="6537960" cy="4160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5833872"/>
            <a:ext cx="653796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kern="0" spc="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易拉宝 v2 · 4724×11811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对外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2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38367" y="4206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回到总规格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768096"/>
            <a:ext cx="11057839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65836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6000"/>
              </a:lnSpc>
              <a:buNone/>
            </a:pPr>
            <a:r>
              <a:rPr lang="en-US" sz="26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这套画风不是选出来的，</a:t>
            </a:r>
            <a:endParaRPr lang="en-US" sz="2600" dirty="0"/>
          </a:p>
          <a:p>
            <a:pPr marL="0" indent="0">
              <a:lnSpc>
                <a:spcPct val="146000"/>
              </a:lnSpc>
              <a:buNone/>
            </a:pPr>
            <a:r>
              <a:rPr lang="en-US" sz="260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是那条约束逼出来的。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670048"/>
            <a:ext cx="6035040" cy="0"/>
          </a:xfrm>
          <a:prstGeom prst="line">
            <a:avLst/>
          </a:prstGeom>
          <a:noFill/>
          <a:ln w="9525">
            <a:solidFill>
              <a:srgbClr val="B9AE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34640"/>
            <a:ext cx="62179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88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木刻的颗粒替作者说了「这里的东西都旧了」。</a:t>
            </a:r>
            <a:endParaRPr lang="en-US" sz="1150" dirty="0"/>
          </a:p>
          <a:p>
            <a:pPr marL="0" indent="0">
              <a:lnSpc>
                <a:spcPct val="188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米色描边替作者说了「这些人是被摆在这儿的」。</a:t>
            </a:r>
            <a:endParaRPr lang="en-US" sz="1150" dirty="0"/>
          </a:p>
          <a:p>
            <a:pPr marL="0" indent="0">
              <a:lnSpc>
                <a:spcPct val="188000"/>
              </a:lnSpc>
              <a:buNone/>
            </a:pPr>
            <a:r>
              <a:rPr lang="en-US" sz="1150" dirty="0">
                <a:solidFill>
                  <a:srgbClr val="3A342B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靛蓝与赭红替作者说了「冷的是天，热的是血」。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187952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kern="0" spc="200" dirty="0">
                <a:solidFill>
                  <a:srgbClr val="14110D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作者一个字没说。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773168"/>
            <a:ext cx="6035040" cy="0"/>
          </a:xfrm>
          <a:prstGeom prst="line">
            <a:avLst/>
          </a:prstGeom>
          <a:noFill/>
          <a:ln w="6350">
            <a:solidFill>
              <a:srgbClr val="B9AE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919472"/>
            <a:ext cx="6217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8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翻回第一页：</a:t>
            </a:r>
            <a:endParaRPr lang="en-US" sz="1100" dirty="0"/>
          </a:p>
          <a:p>
            <a:pPr marL="0" indent="0">
              <a:lnSpc>
                <a:spcPct val="18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在那里的日常里，死不是意外。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59168" y="1051560"/>
            <a:ext cx="4553712" cy="5074920"/>
          </a:xfrm>
          <a:prstGeom prst="rect">
            <a:avLst/>
          </a:prstGeom>
          <a:solidFill>
            <a:srgbClr val="1A1712"/>
          </a:solidFill>
          <a:ln w="6350">
            <a:solidFill>
              <a:srgbClr val="B9AE98"/>
            </a:solidFill>
            <a:prstDash val="solid"/>
          </a:ln>
        </p:spPr>
      </p:sp>
      <p:pic>
        <p:nvPicPr>
          <p:cNvPr id="12" name="Image 0" descr="C:/Users/white/Downloads/MED Project/MED_Intro_Slides/assets_crop/s_square_747x833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051560"/>
            <a:ext cx="4553712" cy="5074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回到总规格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492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京華老宋體" pitchFamily="34" charset="0"/>
                <a:ea typeface="京華老宋體" pitchFamily="34" charset="-122"/>
                <a:cs typeface="京華老宋體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1802</Words>
  <Application>WPS 演示</Application>
  <PresentationFormat>On-screen Show (16:9)</PresentationFormat>
  <Paragraphs>374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PMingLiU</vt:lpstr>
      <vt:lpstr>Wingdings</vt:lpstr>
      <vt:lpstr>京華老宋體</vt:lpstr>
      <vt:lpstr>宋体</vt:lpstr>
      <vt:lpstr>京華老宋體</vt:lpstr>
      <vt:lpstr>京華老宋體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 · 美术资产与设计推导</dc:title>
  <dc:creator>MED</dc:creator>
  <dc:subject>PptxGenJS Presentation</dc:subject>
  <cp:lastModifiedBy>白广大</cp:lastModifiedBy>
  <cp:revision>7</cp:revision>
  <dcterms:created xsi:type="dcterms:W3CDTF">2026-10-28T14:38:00Z</dcterms:created>
  <dcterms:modified xsi:type="dcterms:W3CDTF">2026-10-28T14:54:25Z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B3068A6151524A4783E07A0D255593C0_13</vt:lpwstr>
  </property>
  <property fmtid="{D5CDD505-2E9C-101B-9397-08002B2CF9AE}" pid="3" name="KSOProductBuildVer">
    <vt:lpwstr>3076-12.1.0.29162</vt:lpwstr>
  </property>
</Properties>
</file>