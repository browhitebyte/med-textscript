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image" Target="../media/image-14-8.jpg"/><Relationship Id="rId9" Type="http://schemas.openxmlformats.org/officeDocument/2006/relationships/image" Target="../media/image-14-9.jpg"/><Relationship Id="rId10" Type="http://schemas.openxmlformats.org/officeDocument/2006/relationships/image" Target="../media/image-14-10.jpg"/><Relationship Id="rId11" Type="http://schemas.openxmlformats.org/officeDocument/2006/relationships/image" Target="../media/image-14-11.jpg"/><Relationship Id="rId12" Type="http://schemas.openxmlformats.org/officeDocument/2006/relationships/image" Target="../media/image-14-12.jpg"/><Relationship Id="rId13" Type="http://schemas.openxmlformats.org/officeDocument/2006/relationships/image" Target="../media/image-14-13.jp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image" Target="../media/image-15-8.jpg"/><Relationship Id="rId9" Type="http://schemas.openxmlformats.org/officeDocument/2006/relationships/image" Target="../media/image-15-9.jpg"/><Relationship Id="rId10" Type="http://schemas.openxmlformats.org/officeDocument/2006/relationships/image" Target="../media/image-15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hite/Downloads/MED Project/MED_Intro_Slides/assets_crop/s_square_2000x1125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4173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2400" kern="0" dirty="0">
                <a:solidFill>
                  <a:srgbClr val="F5F0E6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薬MED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86868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DED6C7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 年，伪满洲国，通兰县城。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378561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DED6C7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一个药房伙计靠送药换粮、换煤、换人情，活过二十九天。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5779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948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美术资产与设计推导　·　36 张素材　·　2026.10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总规格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51560"/>
            <a:ext cx="960120" cy="274320"/>
          </a:xfrm>
          <a:prstGeom prst="rect">
            <a:avLst/>
          </a:prstGeom>
          <a:solidFill>
            <a:srgbClr val="E9E2D4"/>
          </a:solidFill>
          <a:ln w="6350">
            <a:solidFill>
              <a:srgbClr val="B9AE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全篇只有一句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67665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3800" spc="3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死亡是日常。</a:t>
            </a:r>
            <a:endParaRPr lang="en-US" sz="38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3800" spc="3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寒冷、饥饿、意外。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612648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160520"/>
            <a:ext cx="6309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本项目是类《极乐迪斯科》的视觉AVG。</a:t>
            </a:r>
            <a:endParaRPr lang="en-US" sz="105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1942年1月30日，一个县城药店的小伙计被卷进一场风波。</a:t>
            </a:r>
            <a:endParaRPr lang="en-US" sz="105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接下来，他需要送药、换粮、换燃料、斟酌人情、权衡道理，活到1942年2月28日。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78040" y="1051560"/>
            <a:ext cx="3840480" cy="5074920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0" descr="C:/Users/white/Downloads/MED Project/MED_Intro_Slides/assets_crop/c_chengjinglin_630x83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051560"/>
            <a:ext cx="3840480" cy="5074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 · 1942 通兰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 · 在地图上找不到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91056"/>
            <a:ext cx="6309360" cy="285292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6" name="Image 0" descr="C:/Users/white/Downloads/MED Project/MED_Intro_Slides/assets_crop/map_tonglan_1035x468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91056"/>
            <a:ext cx="6309360" cy="2852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307" y="281942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呼兰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27913" y="2553527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55437" y="247691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通河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61523" y="249043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依兰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94933" y="3535985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哈尔滨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4553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哈尔滨市当前行政区划，非 1942 年建制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32320" y="15544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通兰不在任何一张地图上。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150608" y="2139696"/>
            <a:ext cx="434340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50608" y="22860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8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呼兰、木兰、通河、依兰。</a:t>
            </a:r>
            <a:endParaRPr lang="en-US" sz="1050" dirty="0"/>
          </a:p>
          <a:p>
            <a:pPr indent="0" marL="0">
              <a:lnSpc>
                <a:spcPct val="178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四个真实的县，沿松花江自西向东排开。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50608" y="31638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通兰是它们合起来的样子。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50608" y="3694176"/>
            <a:ext cx="434340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0608" y="38404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 年，这四个县都在。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通兰不在。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视觉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木刻版画借鉴1935到建国后的木刻风格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c_malaoer_570x378_cont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3472586" cy="2304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023360"/>
            <a:ext cx="347258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米色描边：人从背景里被抠出来，像贴在纸上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59554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0" name="Image 1" descr="C:/Users/white/Downloads/MED Project/MED_Intro_Slides/assets_crop/s_pharmacy_570x378_cont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627632"/>
            <a:ext cx="3472586" cy="230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9554" y="4023360"/>
            <a:ext cx="347258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纸纹与颗粒：所有东西都被时间磨过一遍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8152181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2" descr="C:/Users/white/Downloads/MED Project/MED_Intro_Slides/assets_crop/u_dialog_check_570x378_contai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81" y="1627632"/>
            <a:ext cx="3472586" cy="230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2181" y="4023360"/>
            <a:ext cx="347258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两色：靛蓝的冷，赭红的血与锈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66928" y="4535424"/>
            <a:ext cx="110578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4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风格化木刻是义务教育-高等教育中必须经历的过程。</a:t>
            </a:r>
            <a:endParaRPr lang="en-US" sz="1050" dirty="0"/>
          </a:p>
          <a:p>
            <a:pPr indent="0" marL="0">
              <a:lnSpc>
                <a:spcPct val="174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我们从延安鲁艺-建国后的木刻版画风格中吸取特征，建立独特审美。</a:t>
            </a:r>
            <a:endParaRPr lang="en-US" sz="1050" dirty="0"/>
          </a:p>
          <a:p>
            <a:pPr indent="0" marL="0">
              <a:lnSpc>
                <a:spcPct val="174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AI生成后用严厉的Prompt修正边缘去除美术噪音，再做手动修正。</a:t>
            </a:r>
            <a:endParaRPr lang="en-US" sz="1050" dirty="0"/>
          </a:p>
          <a:p>
            <a:pPr indent="0" marL="0">
              <a:lnSpc>
                <a:spcPct val="174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核聚变2026北京站约80人对美术风格表现一致好评。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视觉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 · 一天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一天6个时段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602736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main_1050x591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164592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清晨结算、上午出门、下午回程、</a:t>
            </a:r>
            <a:endParaRPr lang="en-US" sz="115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黄昏街面、夜晚主戏、午夜写死。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2852928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298094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每天花样不同，玩家读成关卡，</a:t>
            </a:r>
            <a:endParaRPr lang="en-US" sz="110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死就变成惩罚，不再是生活。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4169664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4297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目前计划　29 天 × 6 段 = 174 格。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 · 一天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制度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584448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hud_crop_1050x588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584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285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左上角：火、饭、钱。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69480" y="166420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164592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火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46136" y="16276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炉子不能灭。灭了会熏死。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262432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260604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46136" y="258775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一天吃掉多少，第二天就得补。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358444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356616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钱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46136" y="35478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配给、物价、赊账，全落在手里。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4572000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4700016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伪满治下的生活是一个所有人都未曾认识过的世界。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二 · 死法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24128"/>
            <a:ext cx="11057839" cy="397764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6" name="Image 0" descr="C:/Users/white/Downloads/MED Project/MED_Intro_Slides/assets_crop/s_square_1814x65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11057839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389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死亡不是刑罚而是解脱。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555955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中央广场不解释这里发生过什么，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它只是把木头立在那儿。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35240" y="5138928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否则：死成了作者动手。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玩家读成「我选错了」，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不是「这地方本来就这样」。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二 · 死法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每一种死法，都不需要凶手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s_pharmacy_570x320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3472586" cy="1953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63582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熏死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53312" y="3635826"/>
            <a:ext cx="268620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铁皮炉子、坐上去的水壶、糊死的窗缝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59554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s_jiaohang_570x320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600200"/>
            <a:ext cx="3472586" cy="19533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59554" y="363582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摔死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5938" y="3635826"/>
            <a:ext cx="268620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冰面发青、脚印走到一半没了、夜里没有灯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152181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s_square_570x320_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81" y="1600200"/>
            <a:ext cx="3472586" cy="19533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2181" y="363582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打死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938565" y="3635826"/>
            <a:ext cx="268620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木架、铁链、街面、围过来的人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66928" y="46634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人很坚强，人很脆弱。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这是常识，但对于玩家来说可能不是常识。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" y="528523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死亡在通兰每天都在发生。要学的不是躲开，是知道它会来。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三 · 代价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先给前因，再给揭示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602736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dialog_check_1050x591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1627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眼力 3　身法 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269480" y="197510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鉴定失败也有文本。失败推进，不阻断。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2395728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25054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一个无心的问题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60920" y="285292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A 答应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B 沉默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C 拒绝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69480" y="3931920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40599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任何选择均有代价。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69480" y="46268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粮店门口。伙计问了一句「米呢」，三种人给出三种回答。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三 · 代价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人分三六九等。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2A334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靛蓝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35608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程靖霖（主角）。借东西的那一侧。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57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赭红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35608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马老二。有东西的那一侧。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883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界面只用两种颜色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035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玩家第一眼就知道谁欠谁。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411480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03904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颜色不是装饰。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它是玩家在读完一句话之前，</a:t>
            </a:r>
            <a:endParaRPr lang="en-US" sz="105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就已经得到的判断。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56048" y="1600200"/>
            <a:ext cx="6583680" cy="37033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0" descr="C:/Users/white/Downloads/MED Project/MED_Intro_Slides/assets_crop/u_dialog_choice_1080x608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600200"/>
            <a:ext cx="6583680" cy="3703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四 · 体量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没有一处叫「第几章」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200+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66928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立绘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79776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60+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779776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场景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92624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20+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992624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类界面 / 19 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05472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7205472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格资源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0" y="1627632"/>
            <a:ext cx="2011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418320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块日期牌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200+ / 60+ / 20+ 为满量；后面的人与地，是已经画出来的。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127248"/>
            <a:ext cx="6400800" cy="32461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8" name="Image 0" descr="C:/Users/white/Downloads/MED Project/MED_Intro_Slides/assets_crop/u_daily_1050x53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27248"/>
            <a:ext cx="6400800" cy="3246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69480" y="3017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界面里只有日期。</a:t>
            </a:r>
            <a:endParaRPr lang="en-US" sz="110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没有进度条，没有章节名，没有「第几幕」。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840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玩家唯一能数的是过了几天。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269480" y="4370832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451713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否则：一旦按章写，日常变成幕，</a:t>
            </a:r>
            <a:endParaRPr lang="en-US" sz="1000" dirty="0"/>
          </a:p>
          <a:p>
            <a:pPr indent="0" marL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玩家开始等高潮，等不到就骂。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四 · 体量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没有战斗。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main_334x188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2036003" cy="11452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471132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主界面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22387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u_hud_334x188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387" y="1572768"/>
            <a:ext cx="2036003" cy="11452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22387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86395" y="2471132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HUD · 火 饭 钱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077846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u_action_334x188_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46" y="1572768"/>
            <a:ext cx="2036003" cy="11452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77846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41854" y="2471132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行动 · 常规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7333305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3" descr="C:/Users/white/Downloads/MED Project/MED_Intro_Slides/assets_crop/u_action_board_334x188_cov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305" y="1572768"/>
            <a:ext cx="2036003" cy="114525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33305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97313" y="2471132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行动 · 药铺看板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9588764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4" descr="C:/Users/white/Downloads/MED Project/MED_Intro_Slides/assets_crop/u_dialog_choice_334x188_cov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764" y="1572768"/>
            <a:ext cx="2036003" cy="114525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588764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652772" y="2471132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对话 · 选项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66928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5" descr="C:/Users/white/Downloads/MED Project/MED_Intro_Slides/assets_crop/u_dialog_check_334x188_cove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28916"/>
            <a:ext cx="2036003" cy="114525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66928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30936" y="3927279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对话 · 鉴定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822387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6" descr="C:/Users/white/Downloads/MED Project/MED_Intro_Slides/assets_crop/u_daily_334x188_cove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2387" y="3028916"/>
            <a:ext cx="2036003" cy="114525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822387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886395" y="3927279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每日结算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5077846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5" name="Image 7" descr="C:/Users/white/Downloads/MED Project/MED_Intro_Slides/assets_crop/u_relation_334x188_cove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7846" y="3028916"/>
            <a:ext cx="2036003" cy="114525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77846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141854" y="3927279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关系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7333305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9" name="Image 8" descr="C:/Users/white/Downloads/MED Project/MED_Intro_Slides/assets_crop/u_shop_334x188_cove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305" y="3028916"/>
            <a:ext cx="2036003" cy="114525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333305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397313" y="3927279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商店</a:t>
            </a:r>
            <a:endParaRPr lang="en-US" sz="750" dirty="0"/>
          </a:p>
        </p:txBody>
      </p:sp>
      <p:sp>
        <p:nvSpPr>
          <p:cNvPr id="42" name="Shape 31"/>
          <p:cNvSpPr/>
          <p:nvPr/>
        </p:nvSpPr>
        <p:spPr>
          <a:xfrm>
            <a:off x="9588764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43" name="Image 9" descr="C:/Users/white/Downloads/MED Project/MED_Intro_Slides/assets_crop/u_notes_334x188_cover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8764" y="3028916"/>
            <a:ext cx="2036003" cy="114525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9588764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9652772" y="3927279"/>
            <a:ext cx="19079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任务笔记</a:t>
            </a:r>
            <a:endParaRPr lang="en-US" sz="750" dirty="0"/>
          </a:p>
        </p:txBody>
      </p:sp>
      <p:sp>
        <p:nvSpPr>
          <p:cNvPr id="46" name="Text 34"/>
          <p:cNvSpPr/>
          <p:nvPr/>
        </p:nvSpPr>
        <p:spPr>
          <a:xfrm>
            <a:off x="566928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十类界面：主界面、行动、对话、鉴定、结算、关系、商店、笔记、存档、设置。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566928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没有一个格子，是为打赢准备的。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</a:t>
            </a:r>
            <a:endParaRPr lang="en-US" sz="800" dirty="0"/>
          </a:p>
        </p:txBody>
      </p:sp>
      <p:sp>
        <p:nvSpPr>
          <p:cNvPr id="49" name="Text 37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五 · 收束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24128"/>
            <a:ext cx="5669280" cy="50749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6" name="Image 0" descr="C:/Users/white/Downloads/MED Project/MED_Intro_Slides/assets_crop/s_residence_930x83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566928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078992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60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问「你怎么没能过完这个冬天」，</a:t>
            </a:r>
            <a:endParaRPr lang="en-US" sz="1600" dirty="0"/>
          </a:p>
          <a:p>
            <a:pPr indent="0" marL="0">
              <a:lnSpc>
                <a:spcPct val="158000"/>
              </a:lnSpc>
              <a:buNone/>
            </a:pPr>
            <a:r>
              <a:rPr lang="en-US" sz="1600" spc="1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不问「你成了谁」。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0" y="2231136"/>
            <a:ext cx="489204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35915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6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他会死在 106 的炉子边，</a:t>
            </a:r>
            <a:endParaRPr lang="en-US" sz="1100" dirty="0"/>
          </a:p>
          <a:p>
            <a:pPr indent="0" marL="0">
              <a:lnSpc>
                <a:spcPct val="166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也可能死在 204 的街面上。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323697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活到 306 的人，才算过完这一年。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3785616"/>
            <a:ext cx="48920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393192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死不是失败。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在这一年，它是结束的几种方式之一。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约束五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现在是十三个人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c_chengjinglin_242x32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477801" cy="19704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3601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9" name="Image 1" descr="C:/Users/white/Downloads/MED Project/MED_Intro_Slides/assets_crop/c_malaoer_242x323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01" y="1554480"/>
            <a:ext cx="1477801" cy="19704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60274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2" descr="C:/Users/white/Downloads/MED Project/MED_Intro_Slides/assets_crop/c_chengshiyi_242x323_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274" y="1554480"/>
            <a:ext cx="1477801" cy="197040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56947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3" descr="C:/Users/white/Downloads/MED Project/MED_Intro_Slides/assets_crop/c_chengxiaomei_242x323_cov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947" y="1554480"/>
            <a:ext cx="1477801" cy="197040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953620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4" descr="C:/Users/white/Downloads/MED Project/MED_Intro_Slides/assets_crop/c_zhanglaoda_242x323_cov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620" y="1554480"/>
            <a:ext cx="1477801" cy="197040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550293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7" name="Image 5" descr="C:/Users/white/Downloads/MED Project/MED_Intro_Slides/assets_crop/c_zhangdage_242x323_cove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93" y="1554480"/>
            <a:ext cx="1477801" cy="197040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0146966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6" descr="C:/Users/white/Downloads/MED Project/MED_Intro_Slides/assets_crop/c_lijiafu_242x323_cove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6966" y="1554480"/>
            <a:ext cx="1477801" cy="1970401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66928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1" name="Image 7" descr="C:/Users/white/Downloads/MED Project/MED_Intro_Slides/assets_crop/c_wangxiao_242x323_cove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652897"/>
            <a:ext cx="1477801" cy="1970401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2163601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8" descr="C:/Users/white/Downloads/MED Project/MED_Intro_Slides/assets_crop/c_tonglichun_242x323_cove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3601" y="3652897"/>
            <a:ext cx="1477801" cy="1970401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760274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5" name="Image 9" descr="C:/Users/white/Downloads/MED Project/MED_Intro_Slides/assets_crop/c_maguafu_242x323_cover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0274" y="3652897"/>
            <a:ext cx="1477801" cy="1970401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5356947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10" descr="C:/Users/white/Downloads/MED Project/MED_Intro_Slides/assets_crop/c_nakano_242x323_cover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947" y="3652897"/>
            <a:ext cx="1477801" cy="1970401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6953620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9" name="Image 11" descr="C:/Users/white/Downloads/MED Project/MED_Intro_Slides/assets_crop/c_fanren_242x323_cover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620" y="3652897"/>
            <a:ext cx="1477801" cy="1970401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8550293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12" descr="C:/Users/white/Downloads/MED Project/MED_Intro_Slides/assets_crop/c_chefu_242x323_cover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0293" y="3652897"/>
            <a:ext cx="1477801" cy="1970401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66928" y="5787891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全身站姿，不是头像。</a:t>
            </a:r>
            <a:endParaRPr lang="en-US" sz="1100" dirty="0"/>
          </a:p>
        </p:txBody>
      </p:sp>
      <p:sp>
        <p:nvSpPr>
          <p:cNvPr id="33" name="Text 18"/>
          <p:cNvSpPr/>
          <p:nvPr/>
        </p:nvSpPr>
        <p:spPr>
          <a:xfrm>
            <a:off x="3172968" y="5787891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最后两张的名字是病，不是人——</a:t>
            </a:r>
            <a:endParaRPr lang="en-US" sz="1000" dirty="0"/>
          </a:p>
        </p:txBody>
      </p:sp>
      <p:sp>
        <p:nvSpPr>
          <p:cNvPr id="34" name="Text 19"/>
          <p:cNvSpPr/>
          <p:nvPr/>
        </p:nvSpPr>
        <p:spPr>
          <a:xfrm>
            <a:off x="6190488" y="5787891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风寒犯人、风寒车夫</a:t>
            </a:r>
            <a:endParaRPr lang="en-US" sz="1050" dirty="0"/>
          </a:p>
        </p:txBody>
      </p:sp>
      <p:sp>
        <p:nvSpPr>
          <p:cNvPr id="35" name="Text 20"/>
          <p:cNvSpPr/>
          <p:nvPr/>
        </p:nvSpPr>
        <p:spPr>
          <a:xfrm>
            <a:off x="7836408" y="578789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。他们连名字都没有，只有症状。</a:t>
            </a:r>
            <a:endParaRPr lang="en-US" sz="1000" dirty="0"/>
          </a:p>
        </p:txBody>
      </p:sp>
      <p:sp>
        <p:nvSpPr>
          <p:cNvPr id="36" name="Text 2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</a:t>
            </a:r>
            <a:endParaRPr lang="en-US" sz="800" dirty="0"/>
          </a:p>
        </p:txBody>
      </p:sp>
      <p:sp>
        <p:nvSpPr>
          <p:cNvPr id="37" name="Text 2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现在是十个门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s_pharmacy_336x189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2050633" cy="11534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61073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时一堂药房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18729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s_grain_336x189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729" y="1554480"/>
            <a:ext cx="2050633" cy="11534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18729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91881" y="2461073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马家粮店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070531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s_juchunguan_336x189_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531" y="1554480"/>
            <a:ext cx="2050633" cy="115348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70531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43683" y="2461073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聚春馆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7322332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3" descr="C:/Users/white/Downloads/MED Project/MED_Intro_Slides/assets_crop/s_jiaohang_336x189_cov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332" y="1554480"/>
            <a:ext cx="2050633" cy="115348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22332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95484" y="2461073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脚行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9574134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4" descr="C:/Users/white/Downloads/MED Project/MED_Intro_Slides/assets_crop/s_police_336x189_cov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4134" y="1554480"/>
            <a:ext cx="2050633" cy="115348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574134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647286" y="2461073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通兰警察署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66928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5" descr="C:/Users/white/Downloads/MED Project/MED_Intro_Slides/assets_crop/s_pawnshop_336x189_cove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945705"/>
            <a:ext cx="2050633" cy="115348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66928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40080" y="3852299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裕昌当铺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818729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6" descr="C:/Users/white/Downloads/MED Project/MED_Intro_Slides/assets_crop/s_residence_336x189_cove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8729" y="2945705"/>
            <a:ext cx="2050633" cy="115348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818729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891881" y="3852299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居民区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5070531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5" name="Image 7" descr="C:/Users/white/Downloads/MED Project/MED_Intro_Slides/assets_crop/s_square_336x189_cove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531" y="2945705"/>
            <a:ext cx="2050633" cy="115348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70531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143683" y="3852299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中央广场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7322332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9" name="Image 8" descr="C:/Users/white/Downloads/MED Project/MED_Intro_Slides/assets_crop/s_tongheju_v1_336x189_cove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332" y="2945705"/>
            <a:ext cx="2050633" cy="115348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322332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395484" y="3852299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同和居 · v1</a:t>
            </a:r>
            <a:endParaRPr lang="en-US" sz="750" dirty="0"/>
          </a:p>
        </p:txBody>
      </p:sp>
      <p:sp>
        <p:nvSpPr>
          <p:cNvPr id="42" name="Shape 31"/>
          <p:cNvSpPr/>
          <p:nvPr/>
        </p:nvSpPr>
        <p:spPr>
          <a:xfrm>
            <a:off x="9574134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43" name="Image 9" descr="C:/Users/white/Downloads/MED Project/MED_Intro_Slides/assets_crop/s_tongheju_v2_336x189_cover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4134" y="2945705"/>
            <a:ext cx="2050633" cy="1153481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9574134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9647286" y="3852299"/>
            <a:ext cx="19043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同和居 · v2</a:t>
            </a:r>
            <a:endParaRPr lang="en-US" sz="750" dirty="0"/>
          </a:p>
        </p:txBody>
      </p:sp>
      <p:sp>
        <p:nvSpPr>
          <p:cNvPr id="46" name="Text 34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一套 1920×1080 底图，@2x 交付。同和居给了两版——同一个屋子在两个时刻的样子。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地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缺口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物件先行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66928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4708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药包、米袋、蟋蟀盆、炉子、冰面。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2000"/>
              </a:lnSpc>
              <a:buNone/>
            </a:pPr>
            <a:r>
              <a:rPr lang="en-US" sz="12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这五样能盖住两个必死门的全部征兆。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072384"/>
            <a:ext cx="566928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186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一个人站在那儿说话，是一层。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他手里拿着什么，是另一层。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43159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先画这五样，再画三百个人。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1051560"/>
            <a:ext cx="5001768" cy="420624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0" descr="C:/Users/white/Downloads/MED Project/MED_Intro_Slides/assets_crop/s_grain_821x690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51560"/>
            <a:ext cx="5001768" cy="4206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物件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对外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名片与易拉宝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401568" cy="2126730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b_card_front_dark_558x349_cont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3401568" cy="21267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873234"/>
            <a:ext cx="3401568" cy="2126730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9" name="Image 1" descr="C:/Users/white/Downloads/MED Project/MED_Intro_Slides/assets_crop/b_card_back_light_558x349_cont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73234"/>
            <a:ext cx="3401568" cy="21267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6219420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名片正 / 背　96×60mm（含 3mm 出血）· 300dpi · sRGB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深色版建议加哑膜，避指纹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74920" y="1600200"/>
            <a:ext cx="6537960" cy="41605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2" name="Image 2" descr="C:/Users/white/Downloads/MED Project/MED_Intro_Slides/assets_crop/x_banner_v2_1073x683_contai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00200"/>
            <a:ext cx="6537960" cy="4160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5833872"/>
            <a:ext cx="6537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spc="1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易拉宝 v2 · 4724×11811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对外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回到总规格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6583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26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这套画风不是选出来的，</a:t>
            </a:r>
            <a:endParaRPr lang="en-US" sz="26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260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是这个题目逼出来的。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603504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34640"/>
            <a:ext cx="6217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木刻的颗粒替作者说了「这里的东西都旧了」。</a:t>
            </a:r>
            <a:endParaRPr lang="en-US" sz="1150" dirty="0"/>
          </a:p>
          <a:p>
            <a:pPr indent="0" marL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米色描边替作者说了「这些人是被摆在这儿的」。</a:t>
            </a:r>
            <a:endParaRPr lang="en-US" sz="1150" dirty="0"/>
          </a:p>
          <a:p>
            <a:pPr indent="0" marL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靛蓝与赭红替作者说了「冷的是天，热的是血」。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1879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spc="200" kern="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作者一个字没说。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773168"/>
            <a:ext cx="60350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919472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翻回第二页：</a:t>
            </a:r>
            <a:endParaRPr lang="en-US" sz="1100" dirty="0"/>
          </a:p>
          <a:p>
            <a:pPr indent="0" marL="0">
              <a:lnSpc>
                <a:spcPct val="18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死亡是日常。寒冷、饥饿、意外。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59168" y="1051560"/>
            <a:ext cx="4553712" cy="50749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2" name="Image 0" descr="C:/Users/white/Downloads/MED Project/MED_Intro_Slides/assets_crop/s_square_747x83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051560"/>
            <a:ext cx="4553712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回到总规格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 · 美术资产与设计推导</dc:title>
  <dc:subject>PptxGenJS Presentation</dc:subject>
  <dc:creator>MED</dc:creator>
  <cp:lastModifiedBy>MED</cp:lastModifiedBy>
  <cp:revision>1</cp:revision>
  <dcterms:created xsi:type="dcterms:W3CDTF">2026-10-28T15:32:07Z</dcterms:created>
  <dcterms:modified xsi:type="dcterms:W3CDTF">2026-10-28T15:32:07Z</dcterms:modified>
</cp:coreProperties>
</file>